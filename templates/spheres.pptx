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4" autoAdjust="0"/>
    <p:restoredTop sz="87887" autoAdjust="0"/>
  </p:normalViewPr>
  <p:slideViewPr>
    <p:cSldViewPr snapToGrid="0" showGuides="1">
      <p:cViewPr>
        <p:scale>
          <a:sx n="100" d="100"/>
          <a:sy n="100" d="100"/>
        </p:scale>
        <p:origin x="-144" y="-6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2" Type="http://schemas.openxmlformats.org/officeDocument/2006/relationships/customXml" Target="../customXml/item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23" Type="http://schemas.openxmlformats.org/officeDocument/2006/relationships/tableStyles" Target="tableStyles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10/13/2026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9F7D870-58E6-48A2-A932-190ED7A8A1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390</Words>
  <Application>Microsoft Office PowerPoint</Application>
  <PresentationFormat>Widescreen</PresentationFormat>
  <Paragraphs>111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Growth strategies</vt:lpstr>
      <vt:lpstr>Agenda</vt:lpstr>
      <vt:lpstr>Strategies for growth</vt:lpstr>
      <vt:lpstr>Current market analysis</vt:lpstr>
      <vt:lpstr>Market expansion</vt:lpstr>
      <vt:lpstr>Product launch</vt:lpstr>
      <vt:lpstr>Marketing strategies</vt:lpstr>
      <vt:lpstr>Financial overview</vt:lpstr>
      <vt:lpstr>Quarterly targets</vt:lpstr>
      <vt:lpstr>Financial snapshot</vt:lpstr>
      <vt:lpstr>Innovative solutions</vt:lpstr>
      <vt:lpstr>Future initiatives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2</cp:revision>
  <dcterms:created xsi:type="dcterms:W3CDTF">2026-10-14T03:04:57Z</dcterms:created>
  <dcterms:modified xsi:type="dcterms:W3CDTF">2026-10-14T03:05:05Z</dcterms:modified>
</cp:coreProperties>
</file>