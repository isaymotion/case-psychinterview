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96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orient="horz" pos="528" userDrawn="1">
          <p15:clr>
            <a:srgbClr val="A4A3A4"/>
          </p15:clr>
        </p15:guide>
        <p15:guide id="4" orient="horz" pos="3552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7" pos="4032" userDrawn="1">
          <p15:clr>
            <a:srgbClr val="A4A3A4"/>
          </p15:clr>
        </p15:guide>
        <p15:guide id="9" pos="3648" userDrawn="1">
          <p15:clr>
            <a:srgbClr val="A4A3A4"/>
          </p15:clr>
        </p15:guide>
        <p15:guide id="10" orient="horz" pos="1536" userDrawn="1">
          <p15:clr>
            <a:srgbClr val="A4A3A4"/>
          </p15:clr>
        </p15:guide>
        <p15:guide id="11" orient="horz" pos="18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3"/>
    <p:restoredTop sz="95701"/>
  </p:normalViewPr>
  <p:slideViewPr>
    <p:cSldViewPr>
      <p:cViewPr>
        <p:scale>
          <a:sx n="100" d="100"/>
          <a:sy n="100" d="100"/>
        </p:scale>
        <p:origin x="19" y="-533"/>
      </p:cViewPr>
      <p:guideLst>
        <p:guide pos="7296"/>
        <p:guide pos="384"/>
        <p:guide orient="horz" pos="528"/>
        <p:guide orient="horz" pos="3552"/>
        <p:guide orient="horz" pos="768"/>
        <p:guide pos="4032"/>
        <p:guide pos="3648"/>
        <p:guide orient="horz" pos="1536"/>
        <p:guide orient="horz" pos="1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88E34-8C8C-8747-BADB-40E1ACC00129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E5FCA-B2DD-C941-A2C1-6389394334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89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734DBF-D33A-9B28-288C-C2DAB9E54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D3B0F0-DE71-18AB-7957-4CFA29C3A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57290"/>
            <a:ext cx="5797296" cy="6000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04770F-E995-EF98-B4D1-9F13733E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0719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 b="1" spc="2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24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24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24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24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4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328C38-4E83-27EA-9D01-DDDF734988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0576" y="3428234"/>
            <a:ext cx="6821424" cy="3429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70B91D-A39E-3D53-DBBB-DF836D19B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654518" cy="523951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50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EC1861-1570-5A6A-D3BA-4A17F008A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37D9B2-AE86-9092-7072-0F717E3CA8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5535"/>
            <a:ext cx="4727448" cy="3202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7E0A5-7E8E-4A90-B415-12984C7AB2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48245" y="0"/>
            <a:ext cx="5643755" cy="23134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0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A7995-D0F4-05F2-CDF1-463407E3B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1909" y="0"/>
            <a:ext cx="5160091" cy="4041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D768B-E662-B315-7576-313DFCE2AB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127248"/>
            <a:ext cx="4162200" cy="37307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7" y="2441448"/>
            <a:ext cx="10972800" cy="304495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39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8303F0-A6CC-605A-D08C-4E4ED07C2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96903" cy="3611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458FB-E7BB-F476-4A31-9C5AA406E2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2680" y="4079057"/>
            <a:ext cx="5989320" cy="2778943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2651760"/>
            <a:ext cx="6309360" cy="1580714"/>
          </a:xfrm>
        </p:spPr>
        <p:txBody>
          <a:bodyPr lIns="91440" rIns="91440" anchor="t"/>
          <a:lstStyle>
            <a:lvl1pPr algn="l">
              <a:lnSpc>
                <a:spcPct val="100000"/>
              </a:lnSpc>
              <a:defRPr sz="2800" cap="none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138E8D-4D76-2023-4B97-8ACB8894C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240" y="4232475"/>
            <a:ext cx="5775960" cy="333945"/>
          </a:xfrm>
        </p:spPr>
        <p:txBody>
          <a:bodyPr/>
          <a:lstStyle>
            <a:lvl1pPr marL="0" indent="0">
              <a:buNone/>
              <a:defRPr sz="1800" spc="2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1FFE415-7AFC-D826-1BD1-1993DED3B0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7922" y="3591339"/>
            <a:ext cx="1171575" cy="2387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”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962DFC0-ADB3-684B-6F72-9C45BB48C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61" y="1982216"/>
            <a:ext cx="1171575" cy="23865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3087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6FB24-160F-388E-8450-E5C970E24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4792"/>
            <a:ext cx="5359935" cy="50932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F7F25-1C65-DB7F-9FA3-300318BD4B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2085" y="0"/>
            <a:ext cx="2929915" cy="2752344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0120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956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956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30752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9588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9588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4808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644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644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98864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700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97700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6A3FD7E-DF96-B9E4-8D70-DA62CC3390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6265"/>
            <a:ext cx="5358384" cy="5091735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739AFCF1-55F0-974F-0F5C-34444B290B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7CF7DE5-8E6D-2C2C-A514-BAB6D4B6FF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993392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DBA744D6-401F-C995-EF58-BD24A0DD8581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993392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688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8688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201CED-247A-16CA-9F03-BF32393D3B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688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2D5FA954-036C-191F-7040-1848AB2BE3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688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745736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8CFBAF86-D36B-F789-2C9C-78C6830B13C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745736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6787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66787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6E32CE61-2D9B-C245-0D18-C33760B0853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66787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E4068D0A-21CD-897C-9CC1-0BFDAABBD4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66787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498080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C110D526-1AE4-5106-E956-0B2ED3A4D4BC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498080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252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3252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3858F91A-46AA-AF23-2716-3B2B678BBE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3252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BC002F6-7435-833F-0E8B-30A53B0755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3252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250424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2CBF8435-BD05-F386-4E6E-F2B6F6894FD7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10250424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52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45C5D8-082A-AC27-3801-7A6EC3751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09"/>
          <a:stretch/>
        </p:blipFill>
        <p:spPr>
          <a:xfrm>
            <a:off x="0" y="0"/>
            <a:ext cx="5467552" cy="2350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31883F-9B23-B442-5F02-C2D25BB37C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41236" y="1234440"/>
            <a:ext cx="4950764" cy="5623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127248"/>
            <a:ext cx="2029968" cy="2514600"/>
          </a:xfr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4378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843784" y="3127248"/>
            <a:ext cx="2029968" cy="2514600"/>
          </a:xfrm>
          <a:solidFill>
            <a:schemeClr val="accent5">
              <a:alpha val="3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406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4064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43F725B-A33F-7FB2-E5C4-96EA1546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15200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9DD0DA7-5A1E-5312-178F-13561EF7C23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315200" y="3127248"/>
            <a:ext cx="2029968" cy="2514600"/>
          </a:xfrm>
          <a:solidFill>
            <a:schemeClr val="accent1"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FBC3880-98AC-466C-7AD1-FDC8B39587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6336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4965100-8EF5-0264-CEE5-BD5BF19016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546336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65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C3D06-2435-B655-8AA5-11CCBBEF19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2234" y="0"/>
            <a:ext cx="3429766" cy="68214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D1E9421-BC85-99CB-EB40-1863FA622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-25907" y="3072704"/>
            <a:ext cx="1783080" cy="512064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7BABAF8-5220-1E24-CE43-927FCCA269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6218" y="2432434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F1D095F8-4552-1F88-C37B-99775B68AC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2196136" y="4517644"/>
            <a:ext cx="1783080" cy="512064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4BFA3E-7B57-DCDD-4EA6-16C64A3756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83307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C65BF0DD-74C0-E055-CCAC-600751F51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4418179" y="3067943"/>
            <a:ext cx="1783080" cy="512064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25927394-D1A0-C084-C689-F7A4EEE924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9586" y="2432435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08F0F1F2-0D4E-95EA-349B-D734163FD5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6640222" y="4517644"/>
            <a:ext cx="1783080" cy="512064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B322E7EB-0174-5A8C-5BE3-F501B5670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27392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36C15449-A445-41A6-EAD9-37446450CC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8862264" y="3072704"/>
            <a:ext cx="1783080" cy="512064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6B7327B-EA3B-790D-AB08-0ED1D2FB40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35230" y="2437196"/>
            <a:ext cx="1796654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120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70F102-837A-486A-0CD4-E957B66B87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31920"/>
            <a:ext cx="5470497" cy="2926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9FAF77-1797-C11F-A1A9-B351E30B37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08215" y="0"/>
            <a:ext cx="4983785" cy="22768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5157787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5157787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438400"/>
            <a:ext cx="5183188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0" y="2871216"/>
            <a:ext cx="5183188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1E66A3-7FD1-08A5-8B20-36C5331DCF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3650" y="4014216"/>
            <a:ext cx="5738350" cy="2843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4B067-71A6-CB30-BD46-5499FAAE0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458968" cy="2919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740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740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3880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3880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87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F45936-2436-D9FD-A05D-F3C70F90FD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758530"/>
            <a:ext cx="4700016" cy="3099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862D5-CF3B-E45B-934F-ACEF42B35B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148072" cy="343627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888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AFB71-7F33-280E-7877-06F4AFFF0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348386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4035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DEDC48-AA67-6FC9-FF0E-CD3CB49A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41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54AE8D-13E4-BDDA-7C36-A9E08FD0A0E8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E37136-8479-8CDC-7EEB-030C1A8151EF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C6EFE9-BD9C-6124-823A-BD1C488321D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53473-DF27-C657-627F-ED66976E076B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020D11E-3FF2-1E7F-038B-4F9534916FE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0127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104752"/>
            <a:ext cx="11430000" cy="2092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&lt;##&gt;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1" r:id="rId4"/>
    <p:sldLayoutId id="2147483662" r:id="rId5"/>
    <p:sldLayoutId id="2147483665" r:id="rId6"/>
    <p:sldLayoutId id="2147483669" r:id="rId7"/>
    <p:sldLayoutId id="2147483658" r:id="rId8"/>
    <p:sldLayoutId id="2147483666" r:id="rId9"/>
    <p:sldLayoutId id="2147483668" r:id="rId10"/>
    <p:sldLayoutId id="2147483670" r:id="rId11"/>
    <p:sldLayoutId id="2147483653" r:id="rId12"/>
    <p:sldLayoutId id="2147483667" r:id="rId13"/>
    <p:sldLayoutId id="2147483661" r:id="rId14"/>
    <p:sldLayoutId id="2147483660" r:id="rId15"/>
    <p:sldLayoutId id="2147483655" r:id="rId16"/>
    <p:sldLayoutId id="2147483659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cap="all" spc="4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theme/theme1.xml><?xml version="1.0" encoding="utf-8"?>
<a:theme xmlns:a="http://schemas.openxmlformats.org/drawingml/2006/main" name="Office Theme">
  <a:themeElements>
    <a:clrScheme name="Droplet">
      <a:dk1>
        <a:srgbClr val="000000"/>
      </a:dk1>
      <a:lt1>
        <a:srgbClr val="FFFFFF"/>
      </a:lt1>
      <a:dk2>
        <a:srgbClr val="0065A8"/>
      </a:dk2>
      <a:lt2>
        <a:srgbClr val="E7E6E6"/>
      </a:lt2>
      <a:accent1>
        <a:srgbClr val="FDCFFD"/>
      </a:accent1>
      <a:accent2>
        <a:srgbClr val="B6DFFF"/>
      </a:accent2>
      <a:accent3>
        <a:srgbClr val="8AE3A8"/>
      </a:accent3>
      <a:accent4>
        <a:srgbClr val="A69BFB"/>
      </a:accent4>
      <a:accent5>
        <a:srgbClr val="B5C3FF"/>
      </a:accent5>
      <a:accent6>
        <a:srgbClr val="73E9C4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-Design-TM34316244_Win32_SD_v9" id="{3E0090C2-CA58-4B70-B5D1-01F921C14922}" vid="{00CD7D6A-B673-47B4-AF03-4EFC805EAB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239F86-289C-4137-84E8-C0091446A9E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41F879-28B8-493E-AE7E-E245EA409B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2A75F4-FAA4-4B3A-89D9-C65257DD92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431</Words>
  <Application>Microsoft Office PowerPoint</Application>
  <PresentationFormat>Widescreen</PresentationFormat>
  <Paragraphs>142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PRESENTATION TITLE</vt:lpstr>
      <vt:lpstr>AGENDA</vt:lpstr>
      <vt:lpstr>INTRO-DUCTION</vt:lpstr>
      <vt:lpstr>PRIMARY GOALS</vt:lpstr>
      <vt:lpstr>AREAS OF GROWTH</vt:lpstr>
      <vt:lpstr>Business opportunities are like buses. There's always another one coming.</vt:lpstr>
      <vt:lpstr>MEET OUR TEAM</vt:lpstr>
      <vt:lpstr>MEET OUR EXTENDED TEAM</vt:lpstr>
      <vt:lpstr>PLAN FOR PRODUCT LAUNCH</vt:lpstr>
      <vt:lpstr>TIMELINE</vt:lpstr>
      <vt:lpstr>AREAS OF FOCUS</vt:lpstr>
      <vt:lpstr>HOW WE GET HERE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2</cp:revision>
  <dcterms:created xsi:type="dcterms:W3CDTF">2026-10-13T06:49:21Z</dcterms:created>
  <dcterms:modified xsi:type="dcterms:W3CDTF">2026-10-13T06:49:38Z</dcterms:modified>
</cp:coreProperties>
</file>